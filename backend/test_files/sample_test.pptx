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PPTX 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Deep learning utilizes multi-layer artificial neural networks.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